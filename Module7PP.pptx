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1B365D"/>
                </a:solidFill>
                <a:latin typeface="Arial"/>
              </a:defRPr>
            </a:pPr>
            <a:r>
              <a:t>Transitioning to Scrum-Agile: SNHU Travel Project Review</a:t>
            </a:r>
          </a:p>
          <a:p>
            <a:pPr>
              <a:defRPr sz="1800">
                <a:solidFill>
                  <a:srgbClr val="5A6B7C"/>
                </a:solidFill>
                <a:latin typeface="Arial"/>
              </a:defRPr>
            </a:pPr>
            <a:r>
              <a:t>ChadaTech Company Leadership Presentation</a:t>
            </a:r>
            <a:br/>
            <a:r>
              <a:t>CS-250 Software Development Lifecycle</a:t>
            </a:r>
            <a:br/>
            <a:r>
              <a:t>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1. Explaining Agile Roles on a Scrum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B365D"/>
                </a:solidFill>
              </a:rPr>
              <a:t>Product Owner:</a:t>
            </a:r>
            <a:r>
              <a:rPr sz="1800">
                <a:solidFill>
                  <a:srgbClr val="323232"/>
                </a:solidFill>
              </a:rPr>
              <a:t> Represents the business and customer voice. Owns the product backlog, prioritizes user stories based on business value, and ensures the team builds the right features for SNHU Travel (Schwaber &amp; Sutherland, 2020).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B365D"/>
                </a:solidFill>
              </a:rPr>
              <a:t>Scrum Master:</a:t>
            </a:r>
            <a:r>
              <a:rPr sz="1800">
                <a:solidFill>
                  <a:srgbClr val="323232"/>
                </a:solidFill>
              </a:rPr>
              <a:t> Acts as a servant-leader. Facilitates Scrum events (Daily Stand-ups, Sprint Planning, Retrospectives), removes technical and administrative impediments, and protects the team from external disruptions (Schwaber &amp; Sutherland, 2020).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B365D"/>
                </a:solidFill>
              </a:rPr>
              <a:t>Development Team:</a:t>
            </a:r>
            <a:r>
              <a:rPr sz="1800">
                <a:solidFill>
                  <a:srgbClr val="323232"/>
                </a:solidFill>
              </a:rPr>
              <a:t> A self-managing, cross-functional group of software engineers, testers, and analysts who design, build, test, and deliver incremental software increments each sprint (Project Management Institute, 2021).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2. Software Development Lifecycle (SDLC) in Agile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B365D"/>
                </a:solidFill>
              </a:rPr>
              <a:t>Iterative Sprints:</a:t>
            </a:r>
            <a:r>
              <a:rPr sz="1800">
                <a:solidFill>
                  <a:srgbClr val="323232"/>
                </a:solidFill>
              </a:rPr>
              <a:t> Instead of rigid sequential blocks, SDLC phases (Requirement Analysis, Design, Implementation, Testing, Deployment) occur within short, repeatable 1- to 4-week sprints (Brytend Software, 2026).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B365D"/>
                </a:solidFill>
              </a:rPr>
              <a:t>Continuous Feedback:</a:t>
            </a:r>
            <a:r>
              <a:rPr sz="1800">
                <a:solidFill>
                  <a:srgbClr val="323232"/>
                </a:solidFill>
              </a:rPr>
              <a:t> Requirements and features are refined continuously based on stakeholder reviews, user testing, and agile design thinking after each sprint increment (AgileMania, 2026).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B365D"/>
                </a:solidFill>
              </a:rPr>
              <a:t>Incremental Delivery:</a:t>
            </a:r>
            <a:r>
              <a:rPr sz="1800">
                <a:solidFill>
                  <a:srgbClr val="323232"/>
                </a:solidFill>
              </a:rPr>
              <a:t> Working software modules (e.g., user authentication, search filtering, and checkout flows) are delivered incrementally, reducing large-scale failure risks (Monday.com, 2025).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3. Waterfall vs. Agile Approach: SNHU Travel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B365D"/>
                </a:solidFill>
              </a:rPr>
              <a:t>Rigid Upfront Planning (Waterfall):</a:t>
            </a:r>
            <a:r>
              <a:rPr sz="1800">
                <a:solidFill>
                  <a:srgbClr val="323232"/>
                </a:solidFill>
              </a:rPr>
              <a:t> Under traditional methods, all travel agency requirements would need to be locked down before coding began. Mid-project requests (such as real-time currency conversion tools) would cause massive delays (Brytend Software, 2026).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B365D"/>
                </a:solidFill>
              </a:rPr>
              <a:t>Adaptive Flexibility (Agile):</a:t>
            </a:r>
            <a:r>
              <a:rPr sz="1800">
                <a:solidFill>
                  <a:srgbClr val="323232"/>
                </a:solidFill>
              </a:rPr>
              <a:t> Scrum allowed ChadaTech to accommodate scope changes smoothly by reprioritizing the product backlog between sprints without derailing project timelines (Monday.com, 2025).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B365D"/>
                </a:solidFill>
              </a:rPr>
              <a:t>Risk Mitigation:</a:t>
            </a:r>
            <a:r>
              <a:rPr sz="1800">
                <a:solidFill>
                  <a:srgbClr val="323232"/>
                </a:solidFill>
              </a:rPr>
              <a:t> While Waterfall defers testing to the very end—risking late discovery of critical bugs—Agile tests every user story within its sprint cycle, resulting in significantly fewer post-release defects (Unosquare, 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4. Factors for Choosing Waterfall or Agile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B365D"/>
                </a:solidFill>
              </a:rPr>
              <a:t>Requirement Volatility:</a:t>
            </a:r>
            <a:r>
              <a:rPr sz="1800">
                <a:solidFill>
                  <a:srgbClr val="323232"/>
                </a:solidFill>
              </a:rPr>
              <a:t> Projects with evolving market needs (like SNHU Travel) strongly favor Agile, whereas fixed regulatory systems with immutable specifications benefit from Waterfall (Monday.com, 2025).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B365D"/>
                </a:solidFill>
              </a:rPr>
              <a:t>Stakeholder Involvement:</a:t>
            </a:r>
            <a:r>
              <a:rPr sz="1800">
                <a:solidFill>
                  <a:srgbClr val="323232"/>
                </a:solidFill>
              </a:rPr>
              <a:t> Agile requires active, ongoing client collaboration during sprint reviews, whereas Waterfall relies heavily on upfront agreement and fixed contracts (AgileMania, 2026).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B365D"/>
                </a:solidFill>
              </a:rPr>
              <a:t>Recommendation for ChadaTech:</a:t>
            </a:r>
            <a:r>
              <a:rPr sz="1800">
                <a:solidFill>
                  <a:srgbClr val="323232"/>
                </a:solidFill>
              </a:rPr>
              <a:t> Transitioning company-wide to Scrum-Agile will improve product quality, boost team morale, and accelerate time-to-market for modern client solutions (Brytend Software, 2026).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Brytend Software. (2026). Agile development: Complete guide for 2026. https://brytend.eu/agile-development/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Monday.com. (2025). Agile software development: Principles and best practices in 2025. https://monday.com/blog/rnd/agile-software-development/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Project Management Institute. (2021). A guide to the project management body of knowledge (PMBOK guide) (7th ed.). Project Management Institute.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Schwaber, K., &amp; Sutherland, J. (2020). The Scrum guide: The definitive guide to Scrum: The rules of the game. Scrum.org.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Unosquare Staff. (2026). Agile software development in 2026: Principles, AI impact, and why it still dominates modern delivery. Unosquare. https://www.unosquare.com/blog/agile-development-101/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053BE49EEC9645A10FC4DC50432328" ma:contentTypeVersion="5" ma:contentTypeDescription="Create a new document." ma:contentTypeScope="" ma:versionID="3fb997b95efb2970f41b781c8c165d11">
  <xsd:schema xmlns:xsd="http://www.w3.org/2001/XMLSchema" xmlns:xs="http://www.w3.org/2001/XMLSchema" xmlns:p="http://schemas.microsoft.com/office/2006/metadata/properties" xmlns:ns3="8d4c87df-c0cd-4d1f-bac2-d41ffab516f7" targetNamespace="http://schemas.microsoft.com/office/2006/metadata/properties" ma:root="true" ma:fieldsID="13bfc3e6b158816b12e87b3529974fce" ns3:_="">
    <xsd:import namespace="8d4c87df-c0cd-4d1f-bac2-d41ffab516f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4c87df-c0cd-4d1f-bac2-d41ffab516f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4c87df-c0cd-4d1f-bac2-d41ffab516f7" xsi:nil="true"/>
  </documentManagement>
</p:properties>
</file>

<file path=customXml/itemProps1.xml><?xml version="1.0" encoding="utf-8"?>
<ds:datastoreItem xmlns:ds="http://schemas.openxmlformats.org/officeDocument/2006/customXml" ds:itemID="{F37C1B4A-5C78-4472-81E1-BB47466D8E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4c87df-c0cd-4d1f-bac2-d41ffab516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0AB32B5-C9ED-4003-AC77-A0A048A32B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2F7664-C022-4BE0-B844-E9A963DCDC8E}">
  <ds:schemaRefs>
    <ds:schemaRef ds:uri="http://schemas.microsoft.com/office/2006/metadata/properties"/>
    <ds:schemaRef ds:uri="http://schemas.microsoft.com/office/infopath/2007/PartnerControls"/>
    <ds:schemaRef ds:uri="8d4c87df-c0cd-4d1f-bac2-d41ffab516f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642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Rivera Cartagena, Jose</cp:lastModifiedBy>
  <cp:revision>2</cp:revision>
  <dcterms:created xsi:type="dcterms:W3CDTF">2013-01-27T09:14:16Z</dcterms:created>
  <dcterms:modified xsi:type="dcterms:W3CDTF">2026-10-13T22:29:10Z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0x010100A0053BE49EEC9645A10FC4DC50432328</vt:lpwstr>
  </property>
</Properties>
</file>